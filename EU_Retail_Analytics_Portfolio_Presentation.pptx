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390EF-7BC8-4D07-9CE1-7D294F919931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0DDB4-698F-4250-AA36-A7FF3DB1425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4945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0DDB4-698F-4250-AA36-A7FF3DB1425D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91076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29B9-CD9C-523D-0C3D-AB248918E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69DB2-A4CC-719F-977A-73C07F64A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41195-B513-A43E-69EF-3C709CB4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1F8C6-527C-11C0-5D24-47CB21E7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269AC-063E-1A42-4B9A-A7DA42F1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3624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14A5-C59D-9CF7-6320-C9AAF331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A32F-3042-57A2-B652-CB0DC9EE7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FBA6-2157-B0FA-3D91-09997505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94D5B-D5A4-3593-BCBC-AF36BCBC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D72A7-DD8B-10BB-BDAD-A31DC050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9391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7B3D-54B8-B2BE-D75F-B042E6828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ACB9A-6446-9E99-6C46-FA30116D0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5722B-2E32-BDD2-B7D8-067C1ABC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6E687-9D98-84C8-AE1E-D01FC9C8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216D6-0B16-91E2-E421-3CC9FF45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3581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8F73-3205-EF11-10E6-5D887653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A90A6-9D83-6834-FD98-8E1D8FFEC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9CF69-2EC9-DB37-62BD-F1CD5A165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1585-92EC-07C8-F3BD-C4EC53C3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131D3-DDBC-45D2-6ADF-9D63E952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E0DC3-08C0-53BE-2A55-5987EF5B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605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A299-469C-B6E6-DCB8-B302E1842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A7B6-C4D2-C15A-E750-30B83AD21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86667-4CD7-855E-1CF1-EACFB4865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D9AC4-F0C2-8FA5-3975-88E5F106F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FFF76-2B97-B963-773B-7BB97A6E0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429AF2-A747-4F93-6D5F-7F31D7AD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BD294-92AC-3B52-06B5-EEA817F62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BF2FE3-3F2E-2ECB-48D4-297CD586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8969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230D-C202-B186-9DE8-15145B23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93F34F-24D6-A166-6DCD-31A609FA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13E3E-6835-AC2C-C50D-59B8A05B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4309D-3CC5-5FF6-ECFB-66B699B0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311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529E3F-9127-80A3-1AED-CFF66430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54963-2A71-A00A-CC4A-A227B1E7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97FF5-755A-C7C4-6163-4C154D81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332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90F7-2CA8-23CA-D690-83DE6A8C6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EFDEF-98F8-7A4B-4A46-BE16D916C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F02BB-5C45-2CDF-0580-0E4589B0B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3209B-1E71-1F9E-1BC6-2FA95B94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A805A-CE38-DB2C-9389-95F6E704E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D2DCD-08E9-A666-62A1-FE08D7D2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1068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F7DC-7615-CBB5-1F77-7D504C84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592D6-C239-BB82-5007-15365DA4D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07ED0-0F33-DEFD-0FE7-E228527F9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A260D-42FA-77E0-32AC-88090AE40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7BEA5-A877-B5C3-9104-6B6A0351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B3D17-93CD-C37F-0C5E-665744BC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6759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7819-4794-F2CE-50C6-67C48B64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F8F2D-97BF-A01C-FA52-F65537910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7BA14-4108-16C6-79FF-E2F6FB468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E15ED-A114-828B-612D-3D4264567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153CC-2CDB-A029-CBF3-E15C1502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7826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33AC37-4E02-4C45-88A6-6CB90DA17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69646-57E1-D9C2-C91A-63F7EFA61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E08F-A551-EA98-EBCB-3DA2F5D3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8D9F5-EA7F-B6E1-BB5C-C91C3118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C7FFC-6F79-A316-B423-620F832E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2509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DB07F-8ED8-EDD9-A061-D851DF86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1B64C-CC82-436D-493B-9370AE35B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151C4-F87D-E16F-6C51-FD94D753A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BA7E5-A93E-4B0A-9D14-DC0142409E44}" type="datetimeFigureOut">
              <a:rPr lang="en-AE" smtClean="0"/>
              <a:t>08/10/2026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3FDA1-C30B-871C-1837-084B7F494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65C22-B8E6-6205-C41E-35FE28137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976D4-2F5F-468C-B7CB-A39BD23413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2215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1B68-F50D-7DC6-E0E8-93BE147218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E" dirty="0"/>
              <a:t>EU Retail Analytics</a:t>
            </a:r>
            <a:br>
              <a:rPr lang="en-AE" dirty="0"/>
            </a:b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171F3-3437-79A9-8A78-FC3B3C038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94427"/>
          </a:xfrm>
        </p:spPr>
        <p:txBody>
          <a:bodyPr/>
          <a:lstStyle/>
          <a:p>
            <a:r>
              <a:rPr lang="en-AE" dirty="0"/>
              <a:t>Power BI Portfolio Project</a:t>
            </a:r>
          </a:p>
          <a:p>
            <a:r>
              <a:rPr lang="en-AE" dirty="0"/>
              <a:t>European Retail Sales, Customer, Product &amp; Returns Analysis</a:t>
            </a:r>
          </a:p>
        </p:txBody>
      </p:sp>
    </p:spTree>
    <p:extLst>
      <p:ext uri="{BB962C8B-B14F-4D97-AF65-F5344CB8AC3E}">
        <p14:creationId xmlns:p14="http://schemas.microsoft.com/office/powerpoint/2010/main" val="18020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68D2E-A796-2ADE-1CBE-45BDC9D4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DED0A-C1CD-6D68-14F5-A2D33AE19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Business Context</a:t>
            </a:r>
          </a:p>
          <a:p>
            <a:pPr marL="0" indent="0">
              <a:buNone/>
            </a:pPr>
            <a:r>
              <a:rPr lang="en-US" dirty="0"/>
              <a:t>       • European retail business operating across multiple countries</a:t>
            </a:r>
          </a:p>
          <a:p>
            <a:pPr marL="0" indent="0">
              <a:buNone/>
            </a:pPr>
            <a:r>
              <a:rPr lang="en-US" dirty="0"/>
              <a:t>       • Sales across products, customers, channels and segments</a:t>
            </a:r>
          </a:p>
          <a:p>
            <a:pPr marL="0" indent="0">
              <a:buNone/>
            </a:pPr>
            <a:r>
              <a:rPr lang="en-US" dirty="0"/>
              <a:t>       • Includes returns and monthly sales targets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700" b="1" dirty="0"/>
              <a:t>Business</a:t>
            </a:r>
            <a:r>
              <a:rPr lang="en-US" dirty="0"/>
              <a:t> </a:t>
            </a:r>
            <a:r>
              <a:rPr lang="en-US" sz="2700" b="1" dirty="0"/>
              <a:t>Goal</a:t>
            </a:r>
          </a:p>
          <a:p>
            <a:pPr marL="0" indent="0">
              <a:buNone/>
            </a:pPr>
            <a:r>
              <a:rPr lang="en-US" dirty="0"/>
              <a:t>       • Transform messy operational data into a clean analytical model</a:t>
            </a:r>
          </a:p>
          <a:p>
            <a:pPr marL="0" indent="0">
              <a:buNone/>
            </a:pPr>
            <a:r>
              <a:rPr lang="en-US" dirty="0"/>
              <a:t>       • Identify revenue, profit, customer and product performance</a:t>
            </a:r>
          </a:p>
          <a:p>
            <a:pPr marL="0" indent="0">
              <a:buNone/>
            </a:pPr>
            <a:r>
              <a:rPr lang="en-US" dirty="0"/>
              <a:t>       • Monitor returns and target achievement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700" b="1" dirty="0"/>
              <a:t>Tools</a:t>
            </a:r>
          </a:p>
          <a:p>
            <a:pPr marL="0" indent="0">
              <a:buNone/>
            </a:pPr>
            <a:r>
              <a:rPr lang="en-US" dirty="0"/>
              <a:t>       • Excel</a:t>
            </a:r>
          </a:p>
          <a:p>
            <a:pPr marL="0" indent="0">
              <a:buNone/>
            </a:pPr>
            <a:r>
              <a:rPr lang="en-US" dirty="0"/>
              <a:t>       • Power Query</a:t>
            </a:r>
          </a:p>
          <a:p>
            <a:pPr marL="0" indent="0">
              <a:buNone/>
            </a:pPr>
            <a:r>
              <a:rPr lang="en-US" dirty="0"/>
              <a:t>       • MySQL</a:t>
            </a:r>
          </a:p>
          <a:p>
            <a:pPr marL="0" indent="0">
              <a:buNone/>
            </a:pPr>
            <a:r>
              <a:rPr lang="en-US" dirty="0"/>
              <a:t>       • Power BI</a:t>
            </a:r>
          </a:p>
          <a:p>
            <a:pPr marL="0" indent="0">
              <a:buNone/>
            </a:pPr>
            <a:r>
              <a:rPr lang="en-US" dirty="0"/>
              <a:t>       • DAX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4245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9F85-9992-A5A7-BF76-2B57AC7C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dirty="0"/>
              <a:t>Data Preparation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4F397-AED9-EE76-A031-721A6EA48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000" b="1" dirty="0"/>
              <a:t> Data</a:t>
            </a:r>
            <a:r>
              <a:rPr lang="en-US" dirty="0"/>
              <a:t> </a:t>
            </a:r>
            <a:r>
              <a:rPr lang="en-US" sz="4000" b="1" dirty="0"/>
              <a:t>Sources</a:t>
            </a:r>
          </a:p>
          <a:p>
            <a:pPr marL="0" indent="0">
              <a:buNone/>
            </a:pPr>
            <a:r>
              <a:rPr lang="en-US" dirty="0"/>
              <a:t>         • Sales</a:t>
            </a:r>
          </a:p>
          <a:p>
            <a:pPr marL="0" indent="0">
              <a:buNone/>
            </a:pPr>
            <a:r>
              <a:rPr lang="en-US" dirty="0"/>
              <a:t>         • Customers</a:t>
            </a:r>
          </a:p>
          <a:p>
            <a:pPr marL="0" indent="0">
              <a:buNone/>
            </a:pPr>
            <a:r>
              <a:rPr lang="en-US" dirty="0"/>
              <a:t>         • Products</a:t>
            </a:r>
          </a:p>
          <a:p>
            <a:pPr marL="0" indent="0">
              <a:buNone/>
            </a:pPr>
            <a:r>
              <a:rPr lang="en-US" dirty="0"/>
              <a:t>         • Returns</a:t>
            </a:r>
          </a:p>
          <a:p>
            <a:pPr marL="0" indent="0">
              <a:buNone/>
            </a:pPr>
            <a:r>
              <a:rPr lang="en-US" dirty="0"/>
              <a:t>         • Monthly Targets</a:t>
            </a:r>
          </a:p>
          <a:p>
            <a:pPr marL="0" indent="0">
              <a:buNone/>
            </a:pPr>
            <a:r>
              <a:rPr lang="en-US" dirty="0"/>
              <a:t>         • Country Mapping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b="1" dirty="0"/>
              <a:t>Power</a:t>
            </a:r>
            <a:r>
              <a:rPr lang="en-US" dirty="0"/>
              <a:t> </a:t>
            </a:r>
            <a:r>
              <a:rPr lang="en-US" sz="4000" b="1" dirty="0"/>
              <a:t>Query</a:t>
            </a:r>
            <a:r>
              <a:rPr lang="en-US" dirty="0"/>
              <a:t> </a:t>
            </a:r>
            <a:r>
              <a:rPr lang="en-US" sz="4000" b="1" dirty="0"/>
              <a:t>Work</a:t>
            </a:r>
          </a:p>
          <a:p>
            <a:pPr marL="0" indent="0">
              <a:buNone/>
            </a:pPr>
            <a:r>
              <a:rPr lang="en-US" dirty="0"/>
              <a:t>         • Removed duplicate records</a:t>
            </a:r>
          </a:p>
          <a:p>
            <a:pPr marL="0" indent="0">
              <a:buNone/>
            </a:pPr>
            <a:r>
              <a:rPr lang="en-US" dirty="0"/>
              <a:t>         • Cleaned text fields</a:t>
            </a:r>
          </a:p>
          <a:p>
            <a:pPr marL="0" indent="0">
              <a:buNone/>
            </a:pPr>
            <a:r>
              <a:rPr lang="en-US" dirty="0"/>
              <a:t>         • Standardized country names</a:t>
            </a:r>
          </a:p>
          <a:p>
            <a:pPr marL="0" indent="0">
              <a:buNone/>
            </a:pPr>
            <a:r>
              <a:rPr lang="en-US" dirty="0"/>
              <a:t>         • Handled missing values</a:t>
            </a:r>
          </a:p>
          <a:p>
            <a:pPr marL="0" indent="0">
              <a:buNone/>
            </a:pPr>
            <a:r>
              <a:rPr lang="en-US" dirty="0"/>
              <a:t>         • Converted data types</a:t>
            </a:r>
          </a:p>
          <a:p>
            <a:pPr marL="0" indent="0">
              <a:buNone/>
            </a:pPr>
            <a:r>
              <a:rPr lang="en-US" dirty="0"/>
              <a:t>         • Resolved mixed date formats</a:t>
            </a:r>
          </a:p>
          <a:p>
            <a:pPr marL="0" indent="0">
              <a:buNone/>
            </a:pPr>
            <a:r>
              <a:rPr lang="en-US" dirty="0"/>
              <a:t>         • Prepared analytical tables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b="1" dirty="0"/>
              <a:t>Result</a:t>
            </a:r>
          </a:p>
          <a:p>
            <a:pPr marL="0" indent="0">
              <a:buNone/>
            </a:pPr>
            <a:r>
              <a:rPr lang="en-US" dirty="0"/>
              <a:t>             A cleaner and more reliable dataset ready for Power BI analysis.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8866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C7C5-F054-411C-645D-A91466C9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dirty="0"/>
              <a:t>Power BI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97F7C-3105-E903-F921-4556DE33A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E" dirty="0" err="1"/>
              <a:t>DimDate</a:t>
            </a:r>
            <a:r>
              <a:rPr lang="en-AE" dirty="0"/>
              <a:t> → </a:t>
            </a:r>
            <a:r>
              <a:rPr lang="en-AE" dirty="0" err="1"/>
              <a:t>FactSales</a:t>
            </a:r>
            <a:endParaRPr lang="en-AE" dirty="0"/>
          </a:p>
          <a:p>
            <a:pPr lvl="0"/>
            <a:r>
              <a:rPr lang="en-AE" dirty="0" err="1"/>
              <a:t>DimCustomer</a:t>
            </a:r>
            <a:r>
              <a:rPr lang="en-AE" dirty="0"/>
              <a:t> → </a:t>
            </a:r>
            <a:r>
              <a:rPr lang="en-AE" dirty="0" err="1"/>
              <a:t>FactSales</a:t>
            </a:r>
            <a:endParaRPr lang="en-AE" dirty="0"/>
          </a:p>
          <a:p>
            <a:pPr lvl="0"/>
            <a:r>
              <a:rPr lang="en-AE" dirty="0" err="1"/>
              <a:t>DimProduct</a:t>
            </a:r>
            <a:r>
              <a:rPr lang="en-AE" dirty="0"/>
              <a:t> → </a:t>
            </a:r>
            <a:r>
              <a:rPr lang="en-AE" dirty="0" err="1"/>
              <a:t>FactSales</a:t>
            </a:r>
            <a:endParaRPr lang="en-AE" dirty="0"/>
          </a:p>
          <a:p>
            <a:pPr lvl="0"/>
            <a:r>
              <a:rPr lang="en-AE" dirty="0" err="1"/>
              <a:t>DimCountry</a:t>
            </a:r>
            <a:r>
              <a:rPr lang="en-AE" dirty="0"/>
              <a:t> → </a:t>
            </a:r>
            <a:r>
              <a:rPr lang="en-AE" dirty="0" err="1"/>
              <a:t>FactSales</a:t>
            </a:r>
            <a:endParaRPr lang="en-AE" dirty="0"/>
          </a:p>
          <a:p>
            <a:pPr lvl="0"/>
            <a:r>
              <a:rPr lang="en-AE" dirty="0" err="1"/>
              <a:t>FactReturns</a:t>
            </a:r>
            <a:endParaRPr lang="en-AE" dirty="0"/>
          </a:p>
          <a:p>
            <a:pPr lvl="0"/>
            <a:r>
              <a:rPr lang="en-AE" dirty="0" err="1"/>
              <a:t>FactTargets</a:t>
            </a:r>
            <a:endParaRPr lang="en-AE" dirty="0"/>
          </a:p>
          <a:p>
            <a:pPr marL="0" indent="0">
              <a:buNone/>
            </a:pPr>
            <a:r>
              <a:rPr lang="en-AE" dirty="0"/>
              <a:t>   Star-schema approach designed for scalable reporting and DAX analysis.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53602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F4A4-07DC-1350-5D27-6DB1A9BE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dirty="0"/>
              <a:t>Executive Sales Overview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6BD278E-DC10-FCD8-A8D6-AD2FDB6D7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" y="1318260"/>
            <a:ext cx="10340340" cy="541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6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CB6C-14E6-0D27-2F68-A59EE473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dirty="0"/>
              <a:t>Geographic Sales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74476C-9D42-ADF0-F6FD-B27A8EDEC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56360"/>
            <a:ext cx="10515600" cy="53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5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9BD2-4367-B579-9AE3-6C932FC04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dirty="0"/>
              <a:t>Product &amp; Customer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D17646-1AC4-0877-548D-F8AEB0C5D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78280"/>
            <a:ext cx="10515600" cy="522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5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EBD6-815D-C445-B3D6-C09C7901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dirty="0"/>
              <a:t>Operations, Returns &amp; Target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170238-0919-DDBD-F3F8-2C06D3BD2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7800"/>
            <a:ext cx="10515600" cy="518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79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9083-2C80-6EC1-E103-740A59D6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A62CB-06BF-DB60-0E31-CD1B5267E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AE" b="1" dirty="0"/>
              <a:t>Revenue:</a:t>
            </a:r>
            <a:r>
              <a:rPr lang="en-AE" dirty="0"/>
              <a:t> Total revenue reached approximately </a:t>
            </a:r>
            <a:r>
              <a:rPr lang="en-AE" b="1" dirty="0"/>
              <a:t>€9.31M</a:t>
            </a:r>
            <a:r>
              <a:rPr lang="en-AE" dirty="0"/>
              <a:t> across the analysis period.</a:t>
            </a:r>
          </a:p>
          <a:p>
            <a:pPr lvl="0"/>
            <a:r>
              <a:rPr lang="en-AE" b="1" dirty="0"/>
              <a:t>Profitability:</a:t>
            </a:r>
            <a:r>
              <a:rPr lang="en-AE" dirty="0"/>
              <a:t> Profit was approximately </a:t>
            </a:r>
            <a:r>
              <a:rPr lang="en-AE" b="1" dirty="0"/>
              <a:t>€3.38M</a:t>
            </a:r>
            <a:r>
              <a:rPr lang="en-AE" dirty="0"/>
              <a:t>, with a healthy overall margin.</a:t>
            </a:r>
          </a:p>
          <a:p>
            <a:pPr lvl="0"/>
            <a:r>
              <a:rPr lang="en-AE" b="1" dirty="0"/>
              <a:t>Geographic Performance:</a:t>
            </a:r>
            <a:r>
              <a:rPr lang="en-AE" dirty="0"/>
              <a:t> </a:t>
            </a:r>
            <a:r>
              <a:rPr lang="en-AE" b="1" dirty="0"/>
              <a:t>Germany and Spain</a:t>
            </a:r>
            <a:r>
              <a:rPr lang="en-AE" dirty="0"/>
              <a:t> are among the strongest revenue and profit markets.</a:t>
            </a:r>
          </a:p>
          <a:p>
            <a:pPr lvl="0"/>
            <a:r>
              <a:rPr lang="en-AE" b="1" dirty="0"/>
              <a:t>Product Performance:</a:t>
            </a:r>
            <a:r>
              <a:rPr lang="en-AE" dirty="0"/>
              <a:t> A small group of products contributes a significant share of revenue and profit.</a:t>
            </a:r>
          </a:p>
          <a:p>
            <a:pPr lvl="0"/>
            <a:r>
              <a:rPr lang="en-AE" b="1" dirty="0"/>
              <a:t>Target &amp; Returns:</a:t>
            </a:r>
            <a:r>
              <a:rPr lang="en-AE" dirty="0"/>
              <a:t> Target performance and return activity provide additional areas for management monitoring.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64353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CEA9-7D66-21CE-32D2-BA8C1C3C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E" b="1" dirty="0"/>
              <a:t>Tools &amp; Skills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D73A5-299F-86BE-517E-80A9BDFFE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r>
              <a:rPr lang="en-AE" sz="2700" b="1" dirty="0"/>
              <a:t>Tools</a:t>
            </a:r>
          </a:p>
          <a:p>
            <a:pPr lvl="0"/>
            <a:r>
              <a:rPr lang="en-AE" dirty="0"/>
              <a:t>Excel</a:t>
            </a:r>
          </a:p>
          <a:p>
            <a:pPr lvl="0"/>
            <a:r>
              <a:rPr lang="en-AE" dirty="0"/>
              <a:t>Power Query</a:t>
            </a:r>
          </a:p>
          <a:p>
            <a:pPr lvl="0"/>
            <a:r>
              <a:rPr lang="en-AE" dirty="0"/>
              <a:t>MySQL</a:t>
            </a:r>
          </a:p>
          <a:p>
            <a:pPr lvl="0"/>
            <a:r>
              <a:rPr lang="en-AE" dirty="0"/>
              <a:t>Power BI</a:t>
            </a:r>
          </a:p>
          <a:p>
            <a:pPr lvl="0"/>
            <a:r>
              <a:rPr lang="en-AE" dirty="0"/>
              <a:t>DAX</a:t>
            </a:r>
          </a:p>
          <a:p>
            <a:pPr marL="0" indent="0">
              <a:buNone/>
            </a:pPr>
            <a:r>
              <a:rPr lang="en-AE" b="1" dirty="0"/>
              <a:t>Skills Demonstrated</a:t>
            </a:r>
            <a:endParaRPr lang="en-AE" dirty="0"/>
          </a:p>
          <a:p>
            <a:pPr lvl="0"/>
            <a:r>
              <a:rPr lang="en-AE" dirty="0"/>
              <a:t>Data cleaning and transformation</a:t>
            </a:r>
          </a:p>
          <a:p>
            <a:pPr lvl="0"/>
            <a:r>
              <a:rPr lang="en-AE" dirty="0"/>
              <a:t>Data modelling and relationships</a:t>
            </a:r>
          </a:p>
          <a:p>
            <a:pPr lvl="0"/>
            <a:r>
              <a:rPr lang="en-AE" dirty="0"/>
              <a:t>KPI and DAX development</a:t>
            </a:r>
          </a:p>
          <a:p>
            <a:pPr lvl="0"/>
            <a:r>
              <a:rPr lang="en-AE" dirty="0"/>
              <a:t>Dashboard design and visualization</a:t>
            </a:r>
          </a:p>
          <a:p>
            <a:pPr lvl="0"/>
            <a:r>
              <a:rPr lang="en-AE" dirty="0"/>
              <a:t>Business-focused analysis</a:t>
            </a:r>
          </a:p>
          <a:p>
            <a:pPr lvl="0"/>
            <a:r>
              <a:rPr lang="en-AE" dirty="0"/>
              <a:t>Portfolio documentation</a:t>
            </a:r>
          </a:p>
          <a:p>
            <a:pPr marL="0" indent="0">
              <a:buNone/>
            </a:pPr>
            <a:r>
              <a:rPr lang="en-AE" b="1" dirty="0"/>
              <a:t>Project Outcome</a:t>
            </a:r>
            <a:endParaRPr lang="en-AE" dirty="0"/>
          </a:p>
          <a:p>
            <a:r>
              <a:rPr lang="en-AE" dirty="0"/>
              <a:t>End-to-end retail analytics solution developed from raw data through transformation, modelling, analysis and interactive Power BI reporting.</a:t>
            </a:r>
          </a:p>
          <a:p>
            <a:pPr marL="0" lv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3659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358</Words>
  <Application>Microsoft Office PowerPoint</Application>
  <PresentationFormat>Widescreen</PresentationFormat>
  <Paragraphs>75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EU Retail Analytics </vt:lpstr>
      <vt:lpstr>Project Overview</vt:lpstr>
      <vt:lpstr>Data Preparation &amp; Transformation</vt:lpstr>
      <vt:lpstr>Power BI Data Model</vt:lpstr>
      <vt:lpstr>Executive Sales Overview</vt:lpstr>
      <vt:lpstr>Geographic Sales Analysis</vt:lpstr>
      <vt:lpstr>Product &amp; Customer Analysis</vt:lpstr>
      <vt:lpstr>Operations, Returns &amp; Target Performance</vt:lpstr>
      <vt:lpstr>Key Business Insights</vt:lpstr>
      <vt:lpstr>Tools &amp; Skills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Gulfam Hussain</dc:creator>
  <cp:lastModifiedBy>Gulfam Hussain</cp:lastModifiedBy>
  <cp:revision>18</cp:revision>
  <dcterms:created xsi:type="dcterms:W3CDTF">2026-10-08T09:46:55Z</dcterms:created>
  <dcterms:modified xsi:type="dcterms:W3CDTF">2026-10-08T11:14:10Z</dcterms:modified>
</cp:coreProperties>
</file>